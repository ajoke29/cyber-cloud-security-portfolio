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TechCorp IAM 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Identity and Access Management Deployment Strategy</a:t>
            </a:r>
          </a:p>
          <a:p>
            <a:r>
              <a:t>Ajoke Soyombo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TechCorp operates globally with a large digital ecosystem including cloud platforms, enterprise systems, and third‑party applications.</a:t>
            </a:r>
          </a:p>
          <a:p/>
          <a:p>
            <a:r>
              <a:t>Implementing IAM will help:</a:t>
            </a:r>
          </a:p>
          <a:p>
            <a:r>
              <a:t>• Improve cybersecurity</a:t>
            </a:r>
          </a:p>
          <a:p>
            <a:r>
              <a:t>• Control access to enterprise systems</a:t>
            </a:r>
          </a:p>
          <a:p>
            <a:r>
              <a:t>• Protect sensitive data</a:t>
            </a:r>
          </a:p>
          <a:p>
            <a:r>
              <a:t>• Improve operational efficiency</a:t>
            </a:r>
          </a:p>
          <a:p>
            <a:r>
              <a:t>• Provide better user experience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Initiation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stakeholders (IT, security teams, management)</a:t>
            </a:r>
          </a:p>
          <a:p>
            <a:r>
              <a:t>• Define IAM goals and objectives</a:t>
            </a:r>
          </a:p>
          <a:p>
            <a:r>
              <a:t>• Establish security policies</a:t>
            </a:r>
          </a:p>
          <a:p>
            <a:r>
              <a:t>• Define timeline and milestones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Needs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Review current authentication systems</a:t>
            </a:r>
          </a:p>
          <a:p>
            <a:r>
              <a:t>• Identify applications and databases in use</a:t>
            </a:r>
          </a:p>
          <a:p>
            <a:r>
              <a:t>• Assess cloud services and legacy systems</a:t>
            </a:r>
          </a:p>
          <a:p>
            <a:r>
              <a:t>• Identify security gaps and access control issues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IAM Solution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Single Sign‑On (SSO)</a:t>
            </a:r>
          </a:p>
          <a:p>
            <a:r>
              <a:t>• Multi‑Factor Authentication (MFA)</a:t>
            </a:r>
          </a:p>
          <a:p>
            <a:r>
              <a:t>• Role‑Based Access Control (RBAC)</a:t>
            </a:r>
          </a:p>
          <a:p>
            <a:r>
              <a:t>• Automated user provisioning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Legacy enterprise applications</a:t>
            </a:r>
          </a:p>
          <a:p>
            <a:r>
              <a:t>• Cloud platforms</a:t>
            </a:r>
          </a:p>
          <a:p>
            <a:r>
              <a:t>• Third‑party services</a:t>
            </a:r>
          </a:p>
          <a:p>
            <a:r>
              <a:t>• Internal databases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Standard authentication protocols (OAuth, SAML)</a:t>
            </a:r>
          </a:p>
          <a:p>
            <a:r>
              <a:t>• API integrations</a:t>
            </a:r>
          </a:p>
          <a:p>
            <a:r>
              <a:t>• Central identity provider</a:t>
            </a:r>
          </a:p>
          <a:p>
            <a:r>
              <a:t>• Data synchronization across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Configure IAM platform</a:t>
            </a:r>
          </a:p>
          <a:p>
            <a:r>
              <a:t>• Integrate enterprise applications</a:t>
            </a:r>
          </a:p>
          <a:p>
            <a:r>
              <a:t>• Configure authentication methods</a:t>
            </a:r>
          </a:p>
          <a:p>
            <a:r>
              <a:t>• Apply role‑based access policies</a:t>
            </a:r>
          </a:p>
          <a:p>
            <a:r>
              <a:t>• Enable monitoring and logging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and Quality Assurance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Authentication testing</a:t>
            </a:r>
          </a:p>
          <a:p>
            <a:r>
              <a:t>• Access control verification</a:t>
            </a:r>
          </a:p>
          <a:p>
            <a:r>
              <a:t>• Data synchronization testing</a:t>
            </a:r>
          </a:p>
          <a:p>
            <a:r>
              <a:t>• Security and vulnerability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Internal employees</a:t>
            </a:r>
          </a:p>
          <a:p>
            <a:r>
              <a:t>Phase 2: Partners and external users</a:t>
            </a:r>
          </a:p>
          <a:p>
            <a:r>
              <a:t>Phase 3: Full organization rollout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and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Monitor login activities</a:t>
            </a:r>
          </a:p>
          <a:p>
            <a:r>
              <a:t>• Detect suspicious access attempts</a:t>
            </a:r>
          </a:p>
          <a:p>
            <a:r>
              <a:t>• Review user permissions regularly</a:t>
            </a:r>
          </a:p>
          <a:p>
            <a:r>
              <a:t>• Update security policies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Alignment with Business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Strengthen cybersecurity</a:t>
            </a:r>
          </a:p>
          <a:p>
            <a:r>
              <a:t>• Improve user experience</a:t>
            </a:r>
          </a:p>
          <a:p>
            <a:r>
              <a:t>• Reduce manual processes</a:t>
            </a:r>
          </a:p>
          <a:p>
            <a:r>
              <a:t>• Support digital transformation</a:t>
            </a:r>
          </a:p>
          <a:p>
            <a:r>
              <a:t>• Protect company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structured IAM implementation helps TechCorp secure systems, improve identity management, and support long‑term business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